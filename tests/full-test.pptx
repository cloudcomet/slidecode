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OF APPROACHES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RAG — From Naive to Multimodal Agentic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663440"/>
        </p:xfrm>
        <a:graphic>
          <a:graphicData uri="http://schemas.openxmlformats.org/drawingml/2006/table">
            <a:tbl>
              <a:tblPr/>
              <a:tblGrid>
                <a:gridCol w="2834640"/>
                <a:gridCol w="598932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retrieve → generate pass, flat vector 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al., 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/ Modular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query rewriting, reranking, filtering stages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Knowledge-graph traversal instead of pure vector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GraphRAG, LightRAG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decides when/what/whether to retrieve, can re-plan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et al. survey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spans text + image + table, not just text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MuRAG, UniRAG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Agentic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plan &amp; reason across modalities (this seminar)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HM-RAG, MultiRAG, CollEX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Vectorless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embeddings; agent/LLM searches raw text or tools directly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2025-26 trend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Cache-Augmented Gen. (CAG)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Preloads knowledge into context/KV-cache ahead of query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static corpora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Papers Reviewed — Summary &amp; Key Findings (1/3)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98348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246120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HM-RAG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ACM Multimedia,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multi-agent multimodal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+ modality-specific sub-agents improve cross-modal retrieval precision over single-agent RAG.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MultiRAG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Springer LNCS (AI 2025),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Multi-source, multi-modal RAG for scientific 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modal weighting preserves figure-text links, boosting accuracy on hybrid queries.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Patho-AgenticRAG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Domain-specialized agentic RAG for pathology VLMs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RL-based task decomposition &amp; multi-turn search reduce diagnostic hallucination in clinical settings.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CollEX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agentic RAG for scientific collections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User-in-the-loop exploration across images, code, databases, audio &amp; video broadens usable evidence.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Agentic RAG (IJCTT)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Journal,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information retrieval advancement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agentic RAG's advantage over static RAG for dynamic, real-world retrieval tasks.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Papers Reviewed — Summary &amp; Key Findings (2/3)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98348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246120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UniRAG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IEEE Access, 2024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retrieval + generation for multimodal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Unifying pre-trained LMs for retrieval &amp; generation improves multimodal QA accuracy.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Multimodal RAG + KG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Emerging Sci. J.,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Knowledge-graph-augmented multimodal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Linking multimodal entities via a knowledge graph improves retrieval relevance and cuts noise.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Hallucination Survey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ACM TOIS (Q1),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 of hallucination causes &amp; mitigation in LLMs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retrieval-based grounding as a primary lever for hallucination mitigation.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LLM Architectures Survey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IEEE Access, 2024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LLM architecture trends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efficiency-accuracy trade-offs relevant to choosing an agent's backbone model.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Agentic RAG Survey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 (Singh et al.),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taxonomy of agentic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reflection, planning, tool-use &amp; multi-agent collaboration as core agentic RAG patterns.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Papers Reviewed — Summary &amp; Key Findings (3/3)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98348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246120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Ask in Any Modality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2025/26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survey of multimodal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modality-specific retrieval techniques and their respective performance gaps.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Survey of Multimodal 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 (Mei et al.),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multimodal RAG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Classifies multimodal RAG pipelines by retrieval strategy and fusion method.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RAG &amp; Understanding in Vision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Vision-centric RAG survey and outlook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vision-grounded retrieval as a needed complement to text-only RAG.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Scaling Beyond Context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RAG for document understanding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RAG-based scaling can outperform long-context-only approaches for document-heavy tasks.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mRAG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space of multimodal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Elucidates architectural choices (retrieval granularity, fusion timing) shaping multimodal RAG performance.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2026-08-29T14:58:53Z</dcterms:created>
  <dcterms:modified xsi:type="dcterms:W3CDTF">2026-08-29T14:58:53Z</dcterms:modified>
</cp:coreProperties>
</file>