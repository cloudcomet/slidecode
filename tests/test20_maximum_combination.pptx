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</c:v>
                </c:pt>
                <c:pt idx="1">
                  <c:v>70</c:v>
                </c:pt>
                <c:pt idx="2">
                  <c:v>80</c:v>
                </c:pt>
                <c:pt idx="3">
                  <c:v>81</c:v>
                </c:pt>
                <c:pt idx="4">
                  <c:v>94</c:v>
                </c:pt>
                <c:pt idx="5">
                  <c:v>92</c:v>
                </c:pt>
                <c:pt idx="6">
                  <c:v>80</c:v>
                </c:pt>
                <c:pt idx="7">
                  <c:v>98</c:v>
                </c:pt>
                <c:pt idx="8">
                  <c:v>85</c:v>
                </c:pt>
                <c:pt idx="9">
                  <c:v>85</c:v>
                </c:pt>
                <c:pt idx="10">
                  <c:v>80</c:v>
                </c:pt>
                <c:pt idx="11">
                  <c:v>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13</c:v>
                  </c:pt>
                  <c:pt idx="1">
                    <c:v>14</c:v>
                  </c:pt>
                  <c:pt idx="2">
                    <c:v>15</c:v>
                  </c:pt>
                  <c:pt idx="3">
                    <c:v>16</c:v>
                  </c:pt>
                  <c:pt idx="4">
                    <c:v>17</c:v>
                  </c:pt>
                  <c:pt idx="5">
                    <c:v>18</c:v>
                  </c:pt>
                  <c:pt idx="6">
                    <c:v>19</c:v>
                  </c:pt>
                  <c:pt idx="7">
                    <c:v>20</c:v>
                  </c:pt>
                  <c:pt idx="8">
                    <c:v>21</c:v>
                  </c:pt>
                  <c:pt idx="9">
                    <c:v>22</c:v>
                  </c:pt>
                  <c:pt idx="10">
                    <c:v>23</c:v>
                  </c:pt>
                  <c:pt idx="11">
                    <c:v>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54</c:v>
                </c:pt>
                <c:pt idx="2">
                  <c:v>49</c:v>
                </c:pt>
                <c:pt idx="3">
                  <c:v>48</c:v>
                </c:pt>
                <c:pt idx="4">
                  <c:v>30</c:v>
                </c:pt>
                <c:pt idx="5">
                  <c:v>39</c:v>
                </c:pt>
                <c:pt idx="6">
                  <c:v>21</c:v>
                </c:pt>
                <c:pt idx="7">
                  <c:v>36</c:v>
                </c:pt>
                <c:pt idx="8">
                  <c:v>26</c:v>
                </c:pt>
                <c:pt idx="9">
                  <c:v>25</c:v>
                </c:pt>
                <c:pt idx="10">
                  <c:v>41</c:v>
                </c:pt>
                <c:pt idx="11">
                  <c:v>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25</c:v>
                  </c:pt>
                  <c:pt idx="1">
                    <c:v>26</c:v>
                  </c:pt>
                  <c:pt idx="2">
                    <c:v>27</c:v>
                  </c:pt>
                  <c:pt idx="3">
                    <c:v>28</c:v>
                  </c:pt>
                  <c:pt idx="4">
                    <c:v>29</c:v>
                  </c:pt>
                  <c:pt idx="5">
                    <c:v>30</c:v>
                  </c:pt>
                  <c:pt idx="6">
                    <c:v>31</c:v>
                  </c:pt>
                  <c:pt idx="7">
                    <c:v>32</c:v>
                  </c:pt>
                  <c:pt idx="8">
                    <c:v>33</c:v>
                  </c:pt>
                  <c:pt idx="9">
                    <c:v>34</c:v>
                  </c:pt>
                  <c:pt idx="10">
                    <c:v>35</c:v>
                  </c:pt>
                  <c:pt idx="11">
                    <c:v>36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54</c:v>
                </c:pt>
                <c:pt idx="1">
                  <c:v>55</c:v>
                </c:pt>
                <c:pt idx="2">
                  <c:v>75</c:v>
                </c:pt>
                <c:pt idx="3">
                  <c:v>83</c:v>
                </c:pt>
                <c:pt idx="4">
                  <c:v>88</c:v>
                </c:pt>
                <c:pt idx="5">
                  <c:v>77</c:v>
                </c:pt>
                <c:pt idx="6">
                  <c:v>80</c:v>
                </c:pt>
                <c:pt idx="7">
                  <c:v>85</c:v>
                </c:pt>
                <c:pt idx="8">
                  <c:v>91</c:v>
                </c:pt>
                <c:pt idx="9">
                  <c:v>94</c:v>
                </c:pt>
                <c:pt idx="10">
                  <c:v>84</c:v>
                </c:pt>
                <c:pt idx="11">
                  <c:v>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37</c:v>
                  </c:pt>
                  <c:pt idx="1">
                    <c:v>38</c:v>
                  </c:pt>
                  <c:pt idx="2">
                    <c:v>39</c:v>
                  </c:pt>
                  <c:pt idx="3">
                    <c:v>40</c:v>
                  </c:pt>
                  <c:pt idx="4">
                    <c:v>41</c:v>
                  </c:pt>
                  <c:pt idx="5">
                    <c:v>42</c:v>
                  </c:pt>
                  <c:pt idx="6">
                    <c:v>43</c:v>
                  </c:pt>
                  <c:pt idx="7">
                    <c:v>44</c:v>
                  </c:pt>
                  <c:pt idx="8">
                    <c:v>45</c:v>
                  </c:pt>
                  <c:pt idx="9">
                    <c:v>46</c:v>
                  </c:pt>
                  <c:pt idx="10">
                    <c:v>47</c:v>
                  </c:pt>
                  <c:pt idx="11">
                    <c:v>48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</c:v>
                </c:pt>
                <c:pt idx="1">
                  <c:v>69</c:v>
                </c:pt>
                <c:pt idx="2">
                  <c:v>64</c:v>
                </c:pt>
                <c:pt idx="3">
                  <c:v>52</c:v>
                </c:pt>
                <c:pt idx="4">
                  <c:v>41</c:v>
                </c:pt>
                <c:pt idx="5">
                  <c:v>30</c:v>
                </c:pt>
                <c:pt idx="6">
                  <c:v>33</c:v>
                </c:pt>
                <c:pt idx="7">
                  <c:v>38</c:v>
                </c:pt>
                <c:pt idx="8">
                  <c:v>31</c:v>
                </c:pt>
                <c:pt idx="9">
                  <c:v>38</c:v>
                </c:pt>
                <c:pt idx="10">
                  <c:v>32</c:v>
                </c:pt>
                <c:pt idx="11">
                  <c:v>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49</c:v>
                  </c:pt>
                  <c:pt idx="1">
                    <c:v>50</c:v>
                  </c:pt>
                  <c:pt idx="2">
                    <c:v>51</c:v>
                  </c:pt>
                  <c:pt idx="3">
                    <c:v>52</c:v>
                  </c:pt>
                  <c:pt idx="4">
                    <c:v>53</c:v>
                  </c:pt>
                  <c:pt idx="5">
                    <c:v>54</c:v>
                  </c:pt>
                  <c:pt idx="6">
                    <c:v>55</c:v>
                  </c:pt>
                  <c:pt idx="7">
                    <c:v>56</c:v>
                  </c:pt>
                  <c:pt idx="8">
                    <c:v>57</c:v>
                  </c:pt>
                  <c:pt idx="9">
                    <c:v>58</c:v>
                  </c:pt>
                  <c:pt idx="10">
                    <c:v>59</c:v>
                  </c:pt>
                  <c:pt idx="11">
                    <c:v>60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</c:v>
                </c:pt>
                <c:pt idx="1">
                  <c:v>60</c:v>
                </c:pt>
                <c:pt idx="2">
                  <c:v>57</c:v>
                </c:pt>
                <c:pt idx="3">
                  <c:v>60</c:v>
                </c:pt>
                <c:pt idx="4">
                  <c:v>82</c:v>
                </c:pt>
                <c:pt idx="5">
                  <c:v>77</c:v>
                </c:pt>
                <c:pt idx="6">
                  <c:v>92</c:v>
                </c:pt>
                <c:pt idx="7">
                  <c:v>80</c:v>
                </c:pt>
                <c:pt idx="8">
                  <c:v>99</c:v>
                </c:pt>
                <c:pt idx="9">
                  <c:v>100</c:v>
                </c:pt>
                <c:pt idx="10">
                  <c:v>90</c:v>
                </c:pt>
                <c:pt idx="11">
                  <c:v>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61</c:v>
                  </c:pt>
                  <c:pt idx="1">
                    <c:v>62</c:v>
                  </c:pt>
                  <c:pt idx="2">
                    <c:v>63</c:v>
                  </c:pt>
                  <c:pt idx="3">
                    <c:v>64</c:v>
                  </c:pt>
                  <c:pt idx="4">
                    <c:v>65</c:v>
                  </c:pt>
                  <c:pt idx="5">
                    <c:v>66</c:v>
                  </c:pt>
                  <c:pt idx="6">
                    <c:v>67</c:v>
                  </c:pt>
                  <c:pt idx="7">
                    <c:v>68</c:v>
                  </c:pt>
                  <c:pt idx="8">
                    <c:v>69</c:v>
                  </c:pt>
                  <c:pt idx="9">
                    <c:v>70</c:v>
                  </c:pt>
                  <c:pt idx="10">
                    <c:v>71</c:v>
                  </c:pt>
                  <c:pt idx="11">
                    <c:v>72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</c:v>
                </c:pt>
                <c:pt idx="1">
                  <c:v>73</c:v>
                </c:pt>
                <c:pt idx="2">
                  <c:v>75</c:v>
                </c:pt>
                <c:pt idx="3">
                  <c:v>56</c:v>
                </c:pt>
                <c:pt idx="4">
                  <c:v>61</c:v>
                </c:pt>
                <c:pt idx="5">
                  <c:v>48</c:v>
                </c:pt>
                <c:pt idx="6">
                  <c:v>39</c:v>
                </c:pt>
                <c:pt idx="7">
                  <c:v>36</c:v>
                </c:pt>
                <c:pt idx="8">
                  <c:v>33</c:v>
                </c:pt>
                <c:pt idx="9">
                  <c:v>32</c:v>
                </c:pt>
                <c:pt idx="10">
                  <c:v>28</c:v>
                </c:pt>
                <c:pt idx="11">
                  <c:v>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73</c:v>
                  </c:pt>
                  <c:pt idx="1">
                    <c:v>74</c:v>
                  </c:pt>
                  <c:pt idx="2">
                    <c:v>75</c:v>
                  </c:pt>
                  <c:pt idx="3">
                    <c:v>76</c:v>
                  </c:pt>
                  <c:pt idx="4">
                    <c:v>77</c:v>
                  </c:pt>
                  <c:pt idx="5">
                    <c:v>78</c:v>
                  </c:pt>
                  <c:pt idx="6">
                    <c:v>79</c:v>
                  </c:pt>
                  <c:pt idx="7">
                    <c:v>80</c:v>
                  </c:pt>
                  <c:pt idx="8">
                    <c:v>81</c:v>
                  </c:pt>
                  <c:pt idx="9">
                    <c:v>82</c:v>
                  </c:pt>
                  <c:pt idx="10">
                    <c:v>83</c:v>
                  </c:pt>
                  <c:pt idx="11">
                    <c:v>84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</c:v>
                </c:pt>
                <c:pt idx="1">
                  <c:v>46</c:v>
                </c:pt>
                <c:pt idx="2">
                  <c:v>46</c:v>
                </c:pt>
                <c:pt idx="3">
                  <c:v>61</c:v>
                </c:pt>
                <c:pt idx="4">
                  <c:v>64</c:v>
                </c:pt>
                <c:pt idx="5">
                  <c:v>62</c:v>
                </c:pt>
                <c:pt idx="6">
                  <c:v>77</c:v>
                </c:pt>
                <c:pt idx="7">
                  <c:v>90</c:v>
                </c:pt>
                <c:pt idx="8">
                  <c:v>79</c:v>
                </c:pt>
                <c:pt idx="9">
                  <c:v>87</c:v>
                </c:pt>
                <c:pt idx="10">
                  <c:v>93</c:v>
                </c:pt>
                <c:pt idx="11">
                  <c:v>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85</c:v>
                  </c:pt>
                  <c:pt idx="1">
                    <c:v>86</c:v>
                  </c:pt>
                  <c:pt idx="2">
                    <c:v>87</c:v>
                  </c:pt>
                  <c:pt idx="3">
                    <c:v>88</c:v>
                  </c:pt>
                  <c:pt idx="4">
                    <c:v>89</c:v>
                  </c:pt>
                  <c:pt idx="5">
                    <c:v>90</c:v>
                  </c:pt>
                  <c:pt idx="6">
                    <c:v>91</c:v>
                  </c:pt>
                  <c:pt idx="7">
                    <c:v>92</c:v>
                  </c:pt>
                  <c:pt idx="8">
                    <c:v>93</c:v>
                  </c:pt>
                  <c:pt idx="9">
                    <c:v>94</c:v>
                  </c:pt>
                  <c:pt idx="10">
                    <c:v>95</c:v>
                  </c:pt>
                  <c:pt idx="11">
                    <c:v>96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91</c:v>
                </c:pt>
                <c:pt idx="1">
                  <c:v>85</c:v>
                </c:pt>
                <c:pt idx="2">
                  <c:v>83</c:v>
                </c:pt>
                <c:pt idx="3">
                  <c:v>60</c:v>
                </c:pt>
                <c:pt idx="4">
                  <c:v>50</c:v>
                </c:pt>
                <c:pt idx="5">
                  <c:v>50</c:v>
                </c:pt>
                <c:pt idx="6">
                  <c:v>39</c:v>
                </c:pt>
                <c:pt idx="7">
                  <c:v>41</c:v>
                </c:pt>
                <c:pt idx="8">
                  <c:v>31</c:v>
                </c:pt>
                <c:pt idx="9">
                  <c:v>37</c:v>
                </c:pt>
                <c:pt idx="10">
                  <c:v>25</c:v>
                </c:pt>
                <c:pt idx="11">
                  <c:v>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97</c:v>
                  </c:pt>
                  <c:pt idx="1">
                    <c:v>98</c:v>
                  </c:pt>
                  <c:pt idx="2">
                    <c:v>99</c:v>
                  </c:pt>
                  <c:pt idx="3">
                    <c:v>100</c:v>
                  </c:pt>
                  <c:pt idx="4">
                    <c:v>101</c:v>
                  </c:pt>
                  <c:pt idx="5">
                    <c:v>102</c:v>
                  </c:pt>
                  <c:pt idx="6">
                    <c:v>103</c:v>
                  </c:pt>
                  <c:pt idx="7">
                    <c:v>104</c:v>
                  </c:pt>
                  <c:pt idx="8">
                    <c:v>105</c:v>
                  </c:pt>
                  <c:pt idx="9">
                    <c:v>106</c:v>
                  </c:pt>
                  <c:pt idx="10">
                    <c:v>107</c:v>
                  </c:pt>
                  <c:pt idx="11">
                    <c:v>108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</c:v>
                </c:pt>
                <c:pt idx="1">
                  <c:v>38</c:v>
                </c:pt>
                <c:pt idx="2">
                  <c:v>32</c:v>
                </c:pt>
                <c:pt idx="3">
                  <c:v>47</c:v>
                </c:pt>
                <c:pt idx="4">
                  <c:v>60</c:v>
                </c:pt>
                <c:pt idx="5">
                  <c:v>56</c:v>
                </c:pt>
                <c:pt idx="6">
                  <c:v>66</c:v>
                </c:pt>
                <c:pt idx="7">
                  <c:v>82</c:v>
                </c:pt>
                <c:pt idx="8">
                  <c:v>77</c:v>
                </c:pt>
                <c:pt idx="9">
                  <c:v>92</c:v>
                </c:pt>
                <c:pt idx="10">
                  <c:v>89</c:v>
                </c:pt>
                <c:pt idx="11">
                  <c:v>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109</c:v>
                  </c:pt>
                  <c:pt idx="1">
                    <c:v>110</c:v>
                  </c:pt>
                  <c:pt idx="2">
                    <c:v>111</c:v>
                  </c:pt>
                  <c:pt idx="3">
                    <c:v>112</c:v>
                  </c:pt>
                  <c:pt idx="4">
                    <c:v>113</c:v>
                  </c:pt>
                  <c:pt idx="5">
                    <c:v>114</c:v>
                  </c:pt>
                  <c:pt idx="6">
                    <c:v>115</c:v>
                  </c:pt>
                  <c:pt idx="7">
                    <c:v>116</c:v>
                  </c:pt>
                  <c:pt idx="8">
                    <c:v>117</c:v>
                  </c:pt>
                  <c:pt idx="9">
                    <c:v>118</c:v>
                  </c:pt>
                  <c:pt idx="10">
                    <c:v>119</c:v>
                  </c:pt>
                  <c:pt idx="11">
                    <c:v>120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</c:v>
                </c:pt>
                <c:pt idx="1">
                  <c:v>91</c:v>
                </c:pt>
                <c:pt idx="2">
                  <c:v>76</c:v>
                </c:pt>
                <c:pt idx="3">
                  <c:v>80</c:v>
                </c:pt>
                <c:pt idx="4">
                  <c:v>78</c:v>
                </c:pt>
                <c:pt idx="5">
                  <c:v>54</c:v>
                </c:pt>
                <c:pt idx="6">
                  <c:v>50</c:v>
                </c:pt>
                <c:pt idx="7">
                  <c:v>42</c:v>
                </c:pt>
                <c:pt idx="8">
                  <c:v>39</c:v>
                </c:pt>
                <c:pt idx="9">
                  <c:v>43</c:v>
                </c:pt>
                <c:pt idx="10">
                  <c:v>32</c:v>
                </c:pt>
                <c:pt idx="11">
                  <c:v>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29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39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49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100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59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69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79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8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89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25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9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26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99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66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Stress Test — Page 10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</a:rPr>
              <a:t>Dataset size: 500 | Average score: 60.28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91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76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F3B"/>
                </a:solidFill>
              </a:rPr>
              <a:t>Score: 80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4340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78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54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2021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50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2022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2023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3474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39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2024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43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2025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119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32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2026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Item 120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23A48"/>
                </a:solidFill>
              </a:rPr>
              <a:t>Score: 37</a:t>
            </a:r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  |  Year: 2020</a:t>
            </a:r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</a:rPr>
              <a:t>Tags: AI, RAG, Agentic, Multimodal</a:t>
            </a:r>
            <a:endParaRPr lang="en-US" sz="7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640080" y="4800600"/>
          <a:ext cx="53035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Status: </a:t>
            </a:r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REVIEW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2026-08-30T13:43:12Z</dcterms:created>
  <dcterms:modified xsi:type="dcterms:W3CDTF">2026-08-30T13:43:12Z</dcterms:modified>
</cp:coreProperties>
</file>